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37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4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27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3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0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42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0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3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3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1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49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33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950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9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97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7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C5AA6F-9E94-4E5C-B7EC-C2148DB82C79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17434D-B65A-454D-831F-DC74C21C9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107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8468" y="40636"/>
            <a:ext cx="7197726" cy="930007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INTERNET OF THINGS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8468" y="2159367"/>
            <a:ext cx="7197726" cy="1405467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latin typeface="Algerian" panose="04020705040A02060702" pitchFamily="82" charset="0"/>
              </a:rPr>
              <a:t>SUBMIT BY : JASPREET KAUR</a:t>
            </a:r>
          </a:p>
          <a:p>
            <a:pPr algn="ctr"/>
            <a:r>
              <a:rPr lang="en-US" sz="2800" dirty="0" smtClean="0">
                <a:latin typeface="Algerian" panose="04020705040A02060702" pitchFamily="82" charset="0"/>
              </a:rPr>
              <a:t>COURSE :COPA </a:t>
            </a:r>
            <a:endParaRPr lang="en-IN" sz="2800" dirty="0">
              <a:latin typeface="Algerian" panose="04020705040A02060702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74" y="1129669"/>
            <a:ext cx="2826220" cy="29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4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843" y="842839"/>
            <a:ext cx="6717889" cy="878081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Algerian" panose="04020705040A02060702" pitchFamily="82" charset="0"/>
              </a:rPr>
              <a:t>INTERNET OF THINGS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9843" y="2729712"/>
            <a:ext cx="4336112" cy="1677628"/>
          </a:xfrm>
        </p:spPr>
        <p:txBody>
          <a:bodyPr/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The Internet of Things (IoT) is a technology that connects physical devices to the internet so they can collect, share, and exchange data automatically.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53" t="12480" r="1"/>
          <a:stretch/>
        </p:blipFill>
        <p:spPr>
          <a:xfrm>
            <a:off x="6722137" y="2592124"/>
            <a:ext cx="4648227" cy="26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1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7256" y="0"/>
            <a:ext cx="4084320" cy="1029156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WHAT IS IOT?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557" y="2421759"/>
            <a:ext cx="4635610" cy="1405467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IoT is a network of smart devices such as sensors, mobile phones, cameras, and home appliances that communicate with each other through the internet.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1" t="10550" r="4210" b="64406"/>
          <a:stretch/>
        </p:blipFill>
        <p:spPr>
          <a:xfrm>
            <a:off x="8984974" y="1932166"/>
            <a:ext cx="2488758" cy="189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2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1391" y="310101"/>
            <a:ext cx="7197726" cy="81898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lgerian" panose="04020705040A02060702" pitchFamily="82" charset="0"/>
              </a:rPr>
              <a:t>COMPONENTS 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091" y="2286588"/>
            <a:ext cx="5555312" cy="215024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The main components of IoT are : Sensors – Collect DATA</a:t>
            </a:r>
          </a:p>
          <a:p>
            <a:pPr algn="l"/>
            <a:r>
              <a:rPr lang="en-US" dirty="0" smtClean="0">
                <a:latin typeface="Algerian" panose="04020705040A02060702" pitchFamily="82" charset="0"/>
              </a:rPr>
              <a:t>CONNECTIVITY- Sends data through the internet.</a:t>
            </a:r>
          </a:p>
          <a:p>
            <a:pPr algn="l"/>
            <a:r>
              <a:rPr lang="en-US" dirty="0" smtClean="0">
                <a:latin typeface="Algerian" panose="04020705040A02060702" pitchFamily="82" charset="0"/>
              </a:rPr>
              <a:t>Cloud – Stores and processes data.</a:t>
            </a:r>
          </a:p>
          <a:p>
            <a:pPr algn="l"/>
            <a:r>
              <a:rPr lang="en-US" dirty="0" smtClean="0">
                <a:latin typeface="Algerian" panose="04020705040A02060702" pitchFamily="82" charset="0"/>
              </a:rPr>
              <a:t>Applications – Show information to users.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068" y="1909266"/>
            <a:ext cx="3029448" cy="329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8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967" y="0"/>
            <a:ext cx="7197726" cy="990524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dirty="0" smtClean="0">
                <a:latin typeface="Algerian" panose="04020705040A02060702" pitchFamily="82" charset="0"/>
              </a:rPr>
              <a:t>Working 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603" y="1936731"/>
            <a:ext cx="4094921" cy="185604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IoT works by collecting data from sensors, sending it to the cloud, analyzing the data, and then taking automatic actions or displaying results to users.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827" y="1594825"/>
            <a:ext cx="3387667" cy="33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2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863"/>
            <a:ext cx="10131425" cy="1456267"/>
          </a:xfrm>
        </p:spPr>
        <p:txBody>
          <a:bodyPr/>
          <a:lstStyle/>
          <a:p>
            <a:pPr algn="ctr"/>
            <a:r>
              <a:rPr lang="en-IN" dirty="0" smtClean="0">
                <a:latin typeface="Algerian" panose="04020705040A02060702" pitchFamily="82" charset="0"/>
              </a:rPr>
              <a:t> Applications 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66" y="1337733"/>
            <a:ext cx="4069079" cy="3649133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IoT is used in many fields such as smart homes, healthcare, agriculture, industries, transportation, and smart cities to improve efficiency and convenience.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15" y="1836714"/>
            <a:ext cx="4148780" cy="284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6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3863" y="-126775"/>
            <a:ext cx="10131425" cy="1456267"/>
          </a:xfrm>
        </p:spPr>
        <p:txBody>
          <a:bodyPr/>
          <a:lstStyle/>
          <a:p>
            <a:pPr algn="ctr"/>
            <a:r>
              <a:rPr lang="en-US" smtClean="0">
                <a:latin typeface="Algerian" panose="04020705040A02060702" pitchFamily="82" charset="0"/>
              </a:rPr>
              <a:t>ADVANTAGEs </a:t>
            </a:r>
            <a:r>
              <a:rPr lang="en-US" dirty="0" smtClean="0">
                <a:latin typeface="Algerian" panose="04020705040A02060702" pitchFamily="82" charset="0"/>
              </a:rPr>
              <a:t>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44" y="1616085"/>
            <a:ext cx="4185604" cy="3303873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IoT provides automation, saves time and energy, improves productivity, reduces costs, and allows real-time monitoring and control of devices.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22" y="1616085"/>
            <a:ext cx="4009899" cy="333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2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187" y="-349857"/>
            <a:ext cx="10131425" cy="1456267"/>
          </a:xfrm>
        </p:spPr>
        <p:txBody>
          <a:bodyPr/>
          <a:lstStyle/>
          <a:p>
            <a:pPr algn="ctr"/>
            <a:r>
              <a:rPr lang="en-US" dirty="0" smtClean="0">
                <a:latin typeface="Algerian" panose="04020705040A02060702" pitchFamily="82" charset="0"/>
              </a:rPr>
              <a:t>DISADVANTAGES 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98" y="704007"/>
            <a:ext cx="5073618" cy="3649133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IoT faces challenges such as security risks, privacy concerns, internet dependency, and high installation and maintenance costs.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390" y="1323950"/>
            <a:ext cx="3748007" cy="31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75" y="-63612"/>
            <a:ext cx="9144000" cy="997351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FUTURE SCOPE Of IOT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5" y="1582406"/>
            <a:ext cx="5848715" cy="1655762"/>
          </a:xfrm>
        </p:spPr>
        <p:txBody>
          <a:bodyPr/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The future of IoT includes smart cities, smart healthcare, intelligent transportation, AI integration, and advanced automation in every sector.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AutoShape 2" descr="blob:https://web.whatsapp.com/1cc3c1b0-d930-4423-b1d7-a31fe007c49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118" y="1418893"/>
            <a:ext cx="3166731" cy="278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2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1942" y="161841"/>
            <a:ext cx="3877293" cy="1092272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99" y="1877201"/>
            <a:ext cx="4364305" cy="1739939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Algerian" panose="04020705040A02060702" pitchFamily="82" charset="0"/>
              </a:rPr>
              <a:t>IoT is transforming the way people live and work by making devices smarter, improving communication, and increasing efficiency in daily life.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016" y="1598213"/>
            <a:ext cx="3079060" cy="31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4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9436" y="1810519"/>
            <a:ext cx="2980567" cy="2421464"/>
          </a:xfrm>
        </p:spPr>
        <p:txBody>
          <a:bodyPr/>
          <a:lstStyle/>
          <a:p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1045" y="6295454"/>
            <a:ext cx="3600955" cy="388567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JASSKAUR20818@GMAIL.COM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3"/>
          <a:stretch/>
        </p:blipFill>
        <p:spPr>
          <a:xfrm>
            <a:off x="3230108" y="663619"/>
            <a:ext cx="5360937" cy="448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84</TotalTime>
  <Words>280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Celestial</vt:lpstr>
      <vt:lpstr>INTERNET OF THINGS</vt:lpstr>
      <vt:lpstr>INTERNET OF THINGS</vt:lpstr>
      <vt:lpstr>WHAT IS IOT?</vt:lpstr>
      <vt:lpstr>COMPONENTS OF IOT</vt:lpstr>
      <vt:lpstr> Working of IoT</vt:lpstr>
      <vt:lpstr> Applications of IoT</vt:lpstr>
      <vt:lpstr>ADVANTAGEs OF IOT</vt:lpstr>
      <vt:lpstr>DISADVANTAGES OF IOT</vt:lpstr>
      <vt:lpstr>FUTURE SCOPE Of IOT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</dc:title>
  <dc:creator>Dell</dc:creator>
  <cp:lastModifiedBy>Dell</cp:lastModifiedBy>
  <cp:revision>9</cp:revision>
  <dcterms:created xsi:type="dcterms:W3CDTF">2026-07-09T05:46:45Z</dcterms:created>
  <dcterms:modified xsi:type="dcterms:W3CDTF">2026-07-09T07:11:05Z</dcterms:modified>
</cp:coreProperties>
</file>